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Enterprise Knowledge Assistant</a:t>
            </a:r>
          </a:p>
          <a:p>
            <a:pPr>
              <a:defRPr sz="2200">
                <a:solidFill>
                  <a:srgbClr val="9EC5FF"/>
                </a:solidFill>
              </a:defRPr>
            </a:pPr>
            <a:r>
              <a:t>Production-Oriented Advanced RAG over Company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F70"/>
                </a:solidFill>
              </a:defRPr>
            </a:pPr>
            <a:r>
              <a:t>GenAI Development Program — Capstone (Batch 1)  ·  Project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Employees waste time hunting through scattered policy documents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HR policies, IT security, travel, benefits, code of conduct, FAQs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A basic 'chat with PDF' is not enough for real use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Misses exact terms/acronyms, forgets context, hallucinates, no citations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Goal: a trustworthy assistant that answers ONLY from company documents,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with sources — and remembers the conversation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An Employee Knowledge Assistant powered by advanced RAG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Ingests a local folder of PDF + Markdown/TXT documents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Answers questions with grounded, source-cited responses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Remembers multi-turn conversations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Runs fully locally (open-source) or deploys to the cloud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Ollama (llama3.2) for local; Google Gemini for the hosted live URL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Clean, modular Python + Streamlit chat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Advanced Retrieval Pipeline — beyond chat-with-PDF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1. Multi-query expansion — LLM rephrases the question to widen recall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2. Hybrid retrieval — dense vectors (ChromaDB) + BM25 keyword search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Catches meaning AND exact terms (PTO, VPN, policy IDs)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3. Reciprocal Rank Fusion — robustly merges both rankings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4. LLM re-ranking — one batched call scores candidates for relevance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5. MMR diversification — relevant AND non-redundant final context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6. History-aware condensing — resolves follow-ups across turns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Ingestion (offline):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load PDF/MD/TXT -&gt; chunk (overlap) -&gt; embed -&gt; ChromaDB (dense) + BM25 (sparse)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Query (online):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condense -&gt; multi-query -&gt; dense + sparse -&gt; RRF -&gt; re-rank -&gt; MMR -&gt; top-k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grounded answer with [n] citations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Provider abstraction: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one interface, swap Ollama &lt;-&gt; Gemini via a single config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Language: Python 3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RAG: ChromaDB (vector DB) · BM25 · Reciprocal Rank Fusion · MMR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Models: Ollama (llama3.2, nomic-embed-text) · Google Gemini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gemini-flash-lite-latest + gemini-embedding-001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Interface: Streamlit chat UI (+ CLI)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Documents: pypdf (PDF), native Markdown/TXT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No paid infrastructure required; secrets kept out of source (.env)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Key Features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Grounded &amp; faithful — answers only from context, declines when unknown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Source citations on every answer [1], [2] ...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Multi-turn memory — 'And how long for partners?' resolves correctly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Two document formats supported (PDF + Markdown/TXT)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Fast on Gemini (~1-10s/query); fully offline option on Ollama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Validated end-to-end on a fictional company (Aveltra Technologies)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Live app: Streamlit chat interface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Ask: 'How many paid vacation days and can I carry them over?'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555F70"/>
                </a:solidFill>
              </a:defRPr>
            </a:pPr>
            <a:r>
              <a:t>-&gt; 20 days PTO, up to 5 carried over  [leave-policy]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Ask a follow-up to show conversation memory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Ask an out-of-scope question -&gt; grounded refusal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Expand 'Sources' and 'Retrieval trace' to show the pipeline working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Delivered a production-oriented, advanced-RAG knowledge assistant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Advanced retrieval, conversation memory, grounded cited answers, clean UI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Local-first and open-source, with a hosted live deployment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Modular, documented, reproducible (README + sample data + sample output)</a:t>
            </a:r>
          </a:p>
          <a:p>
            <a:pPr>
              <a:spcAft>
                <a:spcPts val="600"/>
              </a:spcAft>
              <a:defRPr sz="2000" b="1">
                <a:solidFill>
                  <a:srgbClr val="1F2A44"/>
                </a:solidFill>
              </a:defRPr>
            </a:pPr>
            <a:r>
              <a:t>GitHub: github.com/TechNaom/enterprise-knowledge-assistant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